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4992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 Shannon" userId="670d3b10f3fd94e3" providerId="LiveId" clId="{BB1988E2-9E67-48F0-8579-BED0A1F8CCFF}"/>
    <pc:docChg chg="undo custSel modSld">
      <pc:chgData name="Shani Shannon" userId="670d3b10f3fd94e3" providerId="LiveId" clId="{BB1988E2-9E67-48F0-8579-BED0A1F8CCFF}" dt="2026-02-01T19:36:42.343" v="67" actId="27636"/>
      <pc:docMkLst>
        <pc:docMk/>
      </pc:docMkLst>
      <pc:sldChg chg="modSp mod">
        <pc:chgData name="Shani Shannon" userId="670d3b10f3fd94e3" providerId="LiveId" clId="{BB1988E2-9E67-48F0-8579-BED0A1F8CCFF}" dt="2026-02-01T19:36:42.343" v="67" actId="27636"/>
        <pc:sldMkLst>
          <pc:docMk/>
          <pc:sldMk cId="0" sldId="256"/>
        </pc:sldMkLst>
        <pc:spChg chg="mod">
          <ac:chgData name="Shani Shannon" userId="670d3b10f3fd94e3" providerId="LiveId" clId="{BB1988E2-9E67-48F0-8579-BED0A1F8CCFF}" dt="2026-02-01T19:36:42.343" v="67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ni Shannon" userId="670d3b10f3fd94e3" providerId="LiveId" clId="{BB1988E2-9E67-48F0-8579-BED0A1F8CCFF}" dt="2026-02-01T19:35:49.884" v="62" actId="1076"/>
          <ac:spMkLst>
            <pc:docMk/>
            <pc:sldMk cId="0" sldId="256"/>
            <ac:spMk id="3" creationId="{00000000-0000-0000-0000-000000000000}"/>
          </ac:spMkLst>
        </pc:spChg>
        <pc:picChg chg="mod">
          <ac:chgData name="Shani Shannon" userId="670d3b10f3fd94e3" providerId="LiveId" clId="{BB1988E2-9E67-48F0-8579-BED0A1F8CCFF}" dt="2026-02-01T19:31:49.469" v="0" actId="1076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Shani Shannon" userId="670d3b10f3fd94e3" providerId="LiveId" clId="{BB1988E2-9E67-48F0-8579-BED0A1F8CCFF}" dt="2026-02-01T19:34:43.580" v="26" actId="1076"/>
        <pc:sldMkLst>
          <pc:docMk/>
          <pc:sldMk cId="0" sldId="262"/>
        </pc:sldMkLst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4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26.661" v="24" actId="1076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3:34.900" v="10" actId="1076"/>
          <ac:picMkLst>
            <pc:docMk/>
            <pc:sldMk cId="0" sldId="262"/>
            <ac:picMk id="9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0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2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3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4" creationId="{00000000-0000-0000-0000-000000000000}"/>
          </ac:picMkLst>
        </pc:picChg>
        <pc:picChg chg="mod">
          <ac:chgData name="Shani Shannon" userId="670d3b10f3fd94e3" providerId="LiveId" clId="{BB1988E2-9E67-48F0-8579-BED0A1F8CCFF}" dt="2026-02-01T19:34:43.580" v="26" actId="1076"/>
          <ac:picMkLst>
            <pc:docMk/>
            <pc:sldMk cId="0" sldId="262"/>
            <ac:picMk id="15" creationId="{00000000-0000-0000-0000-000000000000}"/>
          </ac:picMkLst>
        </pc:picChg>
      </pc:sldChg>
      <pc:sldChg chg="modSp mod">
        <pc:chgData name="Shani Shannon" userId="670d3b10f3fd94e3" providerId="LiveId" clId="{BB1988E2-9E67-48F0-8579-BED0A1F8CCFF}" dt="2026-02-01T19:35:30.300" v="59" actId="1076"/>
        <pc:sldMkLst>
          <pc:docMk/>
          <pc:sldMk cId="0" sldId="267"/>
        </pc:sldMkLst>
        <pc:spChg chg="mod">
          <ac:chgData name="Shani Shannon" userId="670d3b10f3fd94e3" providerId="LiveId" clId="{BB1988E2-9E67-48F0-8579-BED0A1F8CCFF}" dt="2026-02-01T19:35:30.300" v="59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hani Shannon" userId="670d3b10f3fd94e3" providerId="LiveId" clId="{BB1988E2-9E67-48F0-8579-BED0A1F8CCFF}" dt="2026-02-01T19:35:25.588" v="58" actId="1076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ani Shannon" userId="670d3b10f3fd94e3" providerId="LiveId" clId="{BB1988E2-9E67-48F0-8579-BED0A1F8CCFF}" dt="2026-02-01T19:34:55.524" v="27" actId="1076"/>
          <ac:picMkLst>
            <pc:docMk/>
            <pc:sldMk cId="0" sldId="267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F60F4-0C77-424A-B8B2-3490632DF5C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C70FD-24FF-4B0A-8FD3-5ECE70E12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9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 intro to the tool - Grade 10 may not know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folder structure so they see how a real project is 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concept: 2D art used to fake 3D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Reference: sprites/sImperialShuttle/ has 24 PNGs; sequence length 24, playback speed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need to show actual code unless class is comfortable; focus on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5636"/>
            <a:ext cx="7772400" cy="1470025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 sz="2400" dirty="0">
                <a:latin typeface="Emulogic" pitchFamily="2" charset="0"/>
              </a:rPr>
              <a:t>Galaga Wars: Game Design &amp;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86180"/>
            <a:ext cx="6400800" cy="1752600"/>
          </a:xfrm>
        </p:spPr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 dirty="0">
                <a:solidFill>
                  <a:srgbClr val="C8DCFF"/>
                </a:solidFill>
                <a:latin typeface="VT323"/>
              </a:rPr>
              <a:t>Overview of a Game Project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 dirty="0">
                <a:solidFill>
                  <a:srgbClr val="C8DCFF"/>
                </a:solidFill>
                <a:latin typeface="VT323"/>
              </a:rPr>
              <a:t>How games are built with </a:t>
            </a:r>
            <a:r>
              <a:rPr dirty="0" err="1">
                <a:solidFill>
                  <a:srgbClr val="C8DCFF"/>
                </a:solidFill>
                <a:latin typeface="VT323"/>
              </a:rPr>
              <a:t>GameMaker</a:t>
            </a:r>
            <a:r>
              <a:rPr dirty="0">
                <a:solidFill>
                  <a:srgbClr val="C8DCFF"/>
                </a:solidFill>
                <a:latin typeface="VT323"/>
              </a:rPr>
              <a:t> Studio</a:t>
            </a:r>
          </a:p>
        </p:txBody>
      </p:sp>
      <p:pic>
        <p:nvPicPr>
          <p:cNvPr id="4" name="Picture 3" descr="2ed7f732-6374-4867-9c70-46be91f5c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35" y="325347"/>
            <a:ext cx="4572000" cy="2234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What is GameMaker 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GameMaker Studio is a 2D game engine used by indie and professional developers.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You design your game using: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  • Sprites (images), Objects (things in the game), Rooms (levels/screens)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  • Scripts (code) written in GML (GameMaker Language)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  • Events: Create, Step, Draw, Collision, etc.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Games can be exported to: Windows, Mac, HTML5 (browser), consoles.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Used for games like: Hyper Light Drifter, Undertale, and many mobile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Why GameMaker for Galaga Wars?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Perfect for 2D arcade-style games (like the original Galaga from 1981).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Visual editor + code: design levels and logic without only typing code.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Built-in features: collisions, sprites, sounds, rooms.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Export to web (HTML5) so anyone can play in a browser.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Same concepts (sprites, objects, state machines) appear in bigger engines like 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Galaga Wars –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sprites/     – All images (ships, explosions, UI). E.g. sImperialShuttle, sTieFighter.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objects/     – Things in the game: oPlayer, oTieFighter, oGameManager, oTitleScreen.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scripts/     – Reusable code: WaveSpawner, ScoreManager, ObjectPool, GameConstants.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rooms/       – Screens: SplashScreen, TitleScreen, GalagaWars (main game).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datafiles/Patterns/ – JSON config: wave spawns, formation data, game_config.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shaders/     – Visual effects (e.g. CRT scanline effect).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sounds/      – Music and sound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Key Elements of Galaga Wars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Game flow: Splash → Title → Play → Results → High Score entry.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Enemies: TIE Fighter, TIE Interceptor, Imperial Shuttle (each with different behaviour).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Formation: 5×8 grid of enemies; they dive, loop, and attack.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Challenge stages: Bonus rounds every 4 levels.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Tractor beam: Imperial Shuttle can capture the player ship.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Score &amp; lives: Extra lives at 20,000 and every 70,000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2D Sprites That Look Like 3D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Games like this are 2D: everything is flat images on the screen.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To make a ship look like it's rotating, we don't use real 3D – we use many 2D images.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Each image is one "angle" of the ship (like a flipbook).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Example: sImperialShuttle is one sprite made of 24 separate images.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As the ship moves or turns, the game switches which image (frame) is shown.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24 frames = 24 different angles → smooth rotation effect (15° per frame).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sImperialShuttle: 24 Frames for One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Sprite name: sImperialShuttle (Imperial Shuttle enemy).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Total frames: 24 images in one sprite. Above: 12 sample frames (different angles).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Each frame = one view of the shuttle (e.g. every 15° around a circle).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In GameMaker: one "sprite" can have many "sub-images" (frames).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Code uses image_index or image_speed to show the right frame.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Same idea used for: sTieFighter, sTieIntercepter (multiple frames each).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Result: on screen the ship appears to rotate smoothly, but it's just 2D art.</a:t>
            </a:r>
          </a:p>
        </p:txBody>
      </p:sp>
      <p:pic>
        <p:nvPicPr>
          <p:cNvPr id="4" name="Picture 3" descr="93f461c0-d037-47ea-be01-a6709ab98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495" y="5598260"/>
            <a:ext cx="658368" cy="658368"/>
          </a:xfrm>
          <a:prstGeom prst="rect">
            <a:avLst/>
          </a:prstGeom>
        </p:spPr>
      </p:pic>
      <p:pic>
        <p:nvPicPr>
          <p:cNvPr id="5" name="Picture 4" descr="699ee271-fc5f-4328-afb6-a99320d645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63" y="5674054"/>
            <a:ext cx="658368" cy="658368"/>
          </a:xfrm>
          <a:prstGeom prst="rect">
            <a:avLst/>
          </a:prstGeom>
        </p:spPr>
      </p:pic>
      <p:pic>
        <p:nvPicPr>
          <p:cNvPr id="6" name="Picture 5" descr="370f75fd-4364-4931-b19d-9d2a455a55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519" y="5675440"/>
            <a:ext cx="658368" cy="658368"/>
          </a:xfrm>
          <a:prstGeom prst="rect">
            <a:avLst/>
          </a:prstGeom>
        </p:spPr>
      </p:pic>
      <p:pic>
        <p:nvPicPr>
          <p:cNvPr id="7" name="Picture 6" descr="e7d18a59-aab7-49e9-bdff-eb6e62a65f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529" y="5604802"/>
            <a:ext cx="658368" cy="658368"/>
          </a:xfrm>
          <a:prstGeom prst="rect">
            <a:avLst/>
          </a:prstGeom>
        </p:spPr>
      </p:pic>
      <p:pic>
        <p:nvPicPr>
          <p:cNvPr id="8" name="Picture 7" descr="0487de4f-ba82-4ef5-806a-94fcac5910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5649" y="4774127"/>
            <a:ext cx="658368" cy="658368"/>
          </a:xfrm>
          <a:prstGeom prst="rect">
            <a:avLst/>
          </a:prstGeom>
        </p:spPr>
      </p:pic>
      <p:pic>
        <p:nvPicPr>
          <p:cNvPr id="9" name="Picture 8" descr="06fce25d-b629-41a1-bd28-16a701981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4223" y="4348570"/>
            <a:ext cx="658368" cy="658368"/>
          </a:xfrm>
          <a:prstGeom prst="rect">
            <a:avLst/>
          </a:prstGeom>
        </p:spPr>
      </p:pic>
      <p:pic>
        <p:nvPicPr>
          <p:cNvPr id="10" name="Picture 9" descr="086fbb8e-5da4-43b7-87d9-2a06070ee5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3130" y="4348570"/>
            <a:ext cx="658368" cy="658368"/>
          </a:xfrm>
          <a:prstGeom prst="rect">
            <a:avLst/>
          </a:prstGeom>
        </p:spPr>
      </p:pic>
      <p:pic>
        <p:nvPicPr>
          <p:cNvPr id="11" name="Picture 10" descr="16d3fba6-c564-4483-a1fe-cec7d3fbf43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3237" y="4178040"/>
            <a:ext cx="658368" cy="658368"/>
          </a:xfrm>
          <a:prstGeom prst="rect">
            <a:avLst/>
          </a:prstGeom>
        </p:spPr>
      </p:pic>
      <p:pic>
        <p:nvPicPr>
          <p:cNvPr id="12" name="Picture 11" descr="17a42fcd-dcf3-4c40-b45b-5b9e55f8e97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0304" y="4224315"/>
            <a:ext cx="658368" cy="658368"/>
          </a:xfrm>
          <a:prstGeom prst="rect">
            <a:avLst/>
          </a:prstGeom>
        </p:spPr>
      </p:pic>
      <p:pic>
        <p:nvPicPr>
          <p:cNvPr id="13" name="Picture 12" descr="18c3e5e0-eeee-4de3-9e5f-c06207724a3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8657" y="5017072"/>
            <a:ext cx="658368" cy="658368"/>
          </a:xfrm>
          <a:prstGeom prst="rect">
            <a:avLst/>
          </a:prstGeom>
        </p:spPr>
      </p:pic>
      <p:pic>
        <p:nvPicPr>
          <p:cNvPr id="14" name="Picture 13" descr="29c70def-6900-4920-aae9-2313d32980d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25635" y="5392430"/>
            <a:ext cx="658368" cy="658368"/>
          </a:xfrm>
          <a:prstGeom prst="rect">
            <a:avLst/>
          </a:prstGeom>
        </p:spPr>
      </p:pic>
      <p:pic>
        <p:nvPicPr>
          <p:cNvPr id="15" name="Picture 14" descr="2db613e8-ed51-4b17-acd8-9a289550c0c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6792" y="530305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How the Game Is Coded – Big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State machines: Game has "modes" (title, playing, results). Enemies have states (formation, diving, looping).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Data-driven design: Levels and behaviour come from JSON files, not only from code.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Object pooling: Instead of creating/destroying bullets and explosions constantly, we reuse them (better performance).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Managers: One object (e.g. oGameManager) coordinates others (spawning, score, challenges).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Events: Create (when object appears), Step (every frame), Draw (every frame draw), Collision (when two things hit).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Code Structure – Who Does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oGlobal (Create): Loads JSON, sets up global.Game, creates managers.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oGameManager: Runs the main loop; switches game state (attract, play, results); calls WaveSpawner, ScoreManager.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WaveSpawner: Reads wave_spawn.json; spawns the right enemies at the right positions.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Enemy objects (e.g. oImperialShuttle): Have a state (formation / dive / loop); change sprite frame for rotation.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oPlayer: Handles input, firing, collisions with enemies and bullets.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What It Takes to Create a Polished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Planning: Design documents, lists of features, and a clear "loop" (what the player does again and again).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Art &amp; audio: Many sprites (e.g. 24 per rotating ship), animations, sounds, music.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Code quality: Organized scripts, clear names, state machines so behaviour is predictable.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Data: Config files (JSON) so designers can change waves/difficulty without touching code.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Testing: Play often; fix bugs; make sure it runs smoothly (e.g. 60 FPS).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Polish: Effects (explosions, screen shake, CRT effect), feedback (sounds, score pop), and clear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>
                <a:latin typeface="VT323"/>
              </a:rPr>
              <a:t>Polished Game –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Consistent quality: Menus, gameplay, and "game over" all feel part of the same game.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Performance: Object pooling and simple 2D graphics help keep the game smooth.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Feedback: Player always knows what's happening (score, lives, sounds, visual effects).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This project: 11,000+ lines of code, 40+ scripts, 35+ objects, 100+ assets – all for one arcade-style game.</a:t>
            </a:r>
          </a:p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>
                <a:solidFill>
                  <a:srgbClr val="C8DCFF"/>
                </a:solidFill>
                <a:latin typeface="VT323"/>
              </a:rPr>
              <a:t>Takeaway: Even "simple" games need structure, data, and lots of small details to feel polished.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" y="182880"/>
            <a:ext cx="8778240" cy="38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75552"/>
            <a:ext cx="7772400" cy="1470025"/>
          </a:xfrm>
        </p:spPr>
        <p:txBody>
          <a:bodyPr/>
          <a:lstStyle/>
          <a:p>
            <a:pPr>
              <a:defRPr sz="3200" b="1">
                <a:solidFill>
                  <a:srgbClr val="00FFFF"/>
                </a:solidFill>
                <a:latin typeface="VT323"/>
              </a:defRPr>
            </a:pPr>
            <a:r>
              <a:rPr dirty="0">
                <a:latin typeface="VT323"/>
              </a:rP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405528"/>
            <a:ext cx="6400800" cy="533400"/>
          </a:xfrm>
        </p:spPr>
        <p:txBody>
          <a:bodyPr/>
          <a:lstStyle/>
          <a:p>
            <a:pPr>
              <a:defRPr sz="1800">
                <a:solidFill>
                  <a:srgbClr val="C8DCFF"/>
                </a:solidFill>
                <a:latin typeface="VT323"/>
              </a:defRPr>
            </a:pPr>
            <a:r>
              <a:rPr dirty="0">
                <a:solidFill>
                  <a:srgbClr val="C8DCFF"/>
                </a:solidFill>
                <a:latin typeface="VT323"/>
              </a:rPr>
              <a:t>Try the game: </a:t>
            </a:r>
            <a:r>
              <a:rPr lang="en-US" dirty="0">
                <a:solidFill>
                  <a:srgbClr val="C8DCFF"/>
                </a:solidFill>
                <a:latin typeface="VT323"/>
              </a:rPr>
              <a:t>www.elmgames.com/galagawars</a:t>
            </a:r>
            <a:endParaRPr dirty="0">
              <a:solidFill>
                <a:srgbClr val="C8DCFF"/>
              </a:solidFill>
              <a:latin typeface="VT323"/>
            </a:endParaRPr>
          </a:p>
        </p:txBody>
      </p:sp>
      <p:pic>
        <p:nvPicPr>
          <p:cNvPr id="4" name="Picture 3" descr="2ed7f732-6374-4867-9c70-46be91f5c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182" y="325347"/>
            <a:ext cx="4572000" cy="2234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1145</Words>
  <Application>Microsoft Office PowerPoint</Application>
  <PresentationFormat>On-screen Show (4:3)</PresentationFormat>
  <Paragraphs>79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Emulogic</vt:lpstr>
      <vt:lpstr>VT323</vt:lpstr>
      <vt:lpstr>Office Theme</vt:lpstr>
      <vt:lpstr>Galaga Wars: Game Design &amp; Programming</vt:lpstr>
      <vt:lpstr>What is GameMaker Studio?</vt:lpstr>
      <vt:lpstr>Why GameMaker for Galaga Wars?</vt:lpstr>
      <vt:lpstr>Galaga Wars – Project Structure</vt:lpstr>
      <vt:lpstr>Key Elements of Galaga Wars</vt:lpstr>
      <vt:lpstr>2D Sprites That Look Like 3D Rotation</vt:lpstr>
      <vt:lpstr>sImperialShuttle: 24 Frames for One Rotation</vt:lpstr>
      <vt:lpstr>How the Game Is Coded – Big Ideas</vt:lpstr>
      <vt:lpstr>Code Structure – Who Does What</vt:lpstr>
      <vt:lpstr>What It Takes to Create a Polished Game</vt:lpstr>
      <vt:lpstr>Polished Game – Summary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Shani Shannon</cp:lastModifiedBy>
  <cp:revision>1</cp:revision>
  <dcterms:created xsi:type="dcterms:W3CDTF">2013-01-27T09:14:16Z</dcterms:created>
  <dcterms:modified xsi:type="dcterms:W3CDTF">2026-02-01T19:36:49Z</dcterms:modified>
  <cp:category/>
</cp:coreProperties>
</file>